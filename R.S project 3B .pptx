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DE590-5CF7-4E28-B016-302432C3D044}" v="759" dt="2026-10-18T13:37:01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13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9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53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4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79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7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7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0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1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3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7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05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R.S project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Made By: Danylo Tykhon &amp; Timur Ganikhodzhaev</a:t>
            </a:r>
          </a:p>
        </p:txBody>
      </p:sp>
      <p:pic>
        <p:nvPicPr>
          <p:cNvPr id="4" name="Рисунок 3" descr="Home - PASCAL International Education">
            <a:extLst>
              <a:ext uri="{FF2B5EF4-FFF2-40B4-BE49-F238E27FC236}">
                <a16:creationId xmlns:a16="http://schemas.microsoft.com/office/drawing/2014/main" id="{DB973DC1-6D8F-4DB0-F1B2-3676F7CB4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743" y="758323"/>
            <a:ext cx="2555846" cy="109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001E2-A449-BE86-A06A-5A721E96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WHat is CHRISTIANITY?</a:t>
            </a:r>
          </a:p>
        </p:txBody>
      </p:sp>
      <p:pic>
        <p:nvPicPr>
          <p:cNvPr id="7" name="Объект 6" descr="Home - PASCAL International Education">
            <a:extLst>
              <a:ext uri="{FF2B5EF4-FFF2-40B4-BE49-F238E27FC236}">
                <a16:creationId xmlns:a16="http://schemas.microsoft.com/office/drawing/2014/main" id="{B4B88ADE-5E2C-E79D-00C9-5A94A6B4C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5893" y="1102965"/>
            <a:ext cx="2954323" cy="1223570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0C1F2140-5379-8CB4-634D-357C47DA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8188-764F-4C99-8315-515B88503F02}" type="datetime1">
              <a:t>10/18/2026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61809E-ACD2-6067-0ECF-7B8976E5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7B2266-3E73-D0DB-3C69-BBC4782B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FCD8E-8C95-D551-9736-D2F46D71671C}"/>
              </a:ext>
            </a:extLst>
          </p:cNvPr>
          <p:cNvSpPr txBox="1"/>
          <p:nvPr/>
        </p:nvSpPr>
        <p:spPr>
          <a:xfrm>
            <a:off x="851243" y="2330622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0">
                <a:latin typeface="Arial"/>
                <a:ea typeface="Open Sans"/>
                <a:cs typeface="Arial"/>
              </a:rPr>
              <a:t>Christianity is an Abrahamic, monotheistic religion based on the life, teachings, death, and resurrection of Jesus Christ. It is the world's largest religion, with over 2.3 billion followers.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04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98583-193C-0FD1-656D-F76ECCF6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07" y="1979067"/>
            <a:ext cx="9238434" cy="857559"/>
          </a:xfrm>
        </p:spPr>
        <p:txBody>
          <a:bodyPr/>
          <a:lstStyle/>
          <a:p>
            <a:r>
              <a:rPr lang="ru-RU"/>
              <a:t>Christianity celebrations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7C8AB2-9FAE-82C5-C705-3E6089A65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107" y="3048000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i="1"/>
              <a:t>Christmas:</a:t>
            </a:r>
            <a:r>
              <a:rPr lang="ru-RU"/>
              <a:t> Celebrated on 25th of December the day of Jesus Birth.</a:t>
            </a:r>
            <a:endParaRPr lang="ru-RU" dirty="0"/>
          </a:p>
          <a:p>
            <a:r>
              <a:rPr lang="ru-RU" b="1" i="1">
                <a:ea typeface="+mn-lt"/>
                <a:cs typeface="+mn-lt"/>
              </a:rPr>
              <a:t>Advent:</a:t>
            </a:r>
            <a:r>
              <a:rPr lang="ru-RU">
                <a:ea typeface="+mn-lt"/>
                <a:cs typeface="+mn-lt"/>
              </a:rPr>
              <a:t> The four-week preparatory period leading up to Christmas focused on waiting and hope.</a:t>
            </a:r>
          </a:p>
          <a:p>
            <a:r>
              <a:rPr lang="ru-RU" i="1"/>
              <a:t>Easter: </a:t>
            </a:r>
            <a:r>
              <a:rPr lang="ru-RU"/>
              <a:t>Is celebrated between April and May it's celebrated because in before 2 days of Easter Jesus was killed and we celebrate on that because he resurrection.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FC1378-930F-5DFD-9DFE-204CB566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3872-0046-46F1-8F0D-004309068A7B}" type="datetime1">
              <a:t>10/18/2026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30D4CC-77DF-C212-34C9-C482EDD0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2E1E62-3655-CC5F-9534-4E5ED813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pic>
        <p:nvPicPr>
          <p:cNvPr id="8" name="Объект 6" descr="Home - PASCAL International Education">
            <a:extLst>
              <a:ext uri="{FF2B5EF4-FFF2-40B4-BE49-F238E27FC236}">
                <a16:creationId xmlns:a16="http://schemas.microsoft.com/office/drawing/2014/main" id="{F4ED9481-49ED-8A9B-E7F9-72744814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090" y="654719"/>
            <a:ext cx="2954323" cy="122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7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F499F-5C50-E28E-C5FD-F70E5BF0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107" y="1793715"/>
            <a:ext cx="9238434" cy="857559"/>
          </a:xfrm>
        </p:spPr>
        <p:txBody>
          <a:bodyPr/>
          <a:lstStyle/>
          <a:p>
            <a:r>
              <a:rPr lang="ru-RU"/>
              <a:t>What are mulslims?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35161-C6F6-8CB1-9AD9-52B6A9961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603" y="3048000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Muslims are people that follow Islam. A religion that teaches belief in one God, can be also called Allah in Arabic.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0CC80-B2E8-C19E-6CCA-E956356C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3BB9-27E4-4F94-A750-B61749BF678F}" type="datetime1">
              <a:t>10/18/2026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00BB50-8389-0C2D-7B8A-177DBBB8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DA9D9-D4C7-CA5F-C152-43B08494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  <p:pic>
        <p:nvPicPr>
          <p:cNvPr id="8" name="Объект 6" descr="Home - PASCAL International Education">
            <a:extLst>
              <a:ext uri="{FF2B5EF4-FFF2-40B4-BE49-F238E27FC236}">
                <a16:creationId xmlns:a16="http://schemas.microsoft.com/office/drawing/2014/main" id="{D4DF2167-F1E5-249B-FC83-37856524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090" y="455638"/>
            <a:ext cx="2954323" cy="122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6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ED1FA-2532-F4BA-6F73-19DD2FED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674" y="1793715"/>
            <a:ext cx="9238434" cy="857559"/>
          </a:xfrm>
        </p:spPr>
        <p:txBody>
          <a:bodyPr/>
          <a:lstStyle/>
          <a:p>
            <a:r>
              <a:rPr lang="ru-RU"/>
              <a:t>Muslims celebrations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861FC-DAB7-BD3C-4C7E-804EAED71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674" y="3048000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i="1"/>
              <a:t>Ramadan</a:t>
            </a:r>
            <a:r>
              <a:rPr lang="ru-RU"/>
              <a:t>: is a holy month  in Islam when Muslims focus on faith, prayer, self-dicipline and kindness</a:t>
            </a:r>
          </a:p>
          <a:p>
            <a:r>
              <a:rPr lang="ru-RU" i="1"/>
              <a:t>Nowruz: </a:t>
            </a:r>
            <a:r>
              <a:rPr lang="ru-RU"/>
              <a:t>Is a traditional New Year celebration that marks the begininning of Spring.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C3FDC-CF5F-7267-5BBD-F93746C4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5E14-B3C3-44CC-BFC8-7C1D122AC030}" type="datetime1">
              <a:t>10/18/2026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1CE44B-0534-D7FF-DC54-74B9B7D1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F8F76D-D1EA-B2FB-0CBD-25429DE6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pic>
        <p:nvPicPr>
          <p:cNvPr id="8" name="Объект 6" descr="Home - PASCAL International Education">
            <a:extLst>
              <a:ext uri="{FF2B5EF4-FFF2-40B4-BE49-F238E27FC236}">
                <a16:creationId xmlns:a16="http://schemas.microsoft.com/office/drawing/2014/main" id="{D9F72F02-85C7-B6EC-30B8-3BB0B361F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99" y="704662"/>
            <a:ext cx="2954323" cy="122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90E6B-BBEF-0FBF-2FCF-239E6C20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THANK YOU FOR LISTENING!!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2C3D20-B670-BC45-A29D-617E505E6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Made By Danylo Tykhon and Timur Ganikhodzhaev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6FE25-B996-E09B-9EA1-1738466B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E1A0-3AB6-4633-BDAA-91279B412F09}" type="datetime1">
              <a:t>10/18/2026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905D8E-BD14-D23D-4B2B-2B403C07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5DE30E-34A9-5829-ABCB-6F2FA919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  <p:pic>
        <p:nvPicPr>
          <p:cNvPr id="7" name="Рисунок 6" descr="Tbh Creature Autism Creature GIF - Tbh Creature Autism ...">
            <a:extLst>
              <a:ext uri="{FF2B5EF4-FFF2-40B4-BE49-F238E27FC236}">
                <a16:creationId xmlns:a16="http://schemas.microsoft.com/office/drawing/2014/main" id="{6BC1E05F-1383-7B5B-8949-0DEA8C53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574" y="3341528"/>
            <a:ext cx="4967679" cy="275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2509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PortalVTI</vt:lpstr>
      <vt:lpstr>R.S project</vt:lpstr>
      <vt:lpstr>WHat is CHRISTIANITY?</vt:lpstr>
      <vt:lpstr>Christianity celebrations</vt:lpstr>
      <vt:lpstr>What are mulslims?</vt:lpstr>
      <vt:lpstr>Muslims celebrations</vt:lpstr>
      <vt:lpstr>THANK YOU FOR LISTENING!!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197</cp:revision>
  <dcterms:created xsi:type="dcterms:W3CDTF">2026-10-18T12:26:19Z</dcterms:created>
  <dcterms:modified xsi:type="dcterms:W3CDTF">2026-10-18T13:41:23Z</dcterms:modified>
</cp:coreProperties>
</file>